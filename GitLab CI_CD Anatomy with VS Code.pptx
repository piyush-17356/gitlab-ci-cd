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Inter"/>
      <p:regular r:id="rId9"/>
      <p:bold r:id="rId10"/>
      <p:italic r:id="rId11"/>
      <p:boldItalic r:id="rId12"/>
    </p:embeddedFont>
    <p:embeddedFont>
      <p:font typeface="JetBrains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3" Type="http://schemas.openxmlformats.org/officeDocument/2006/relationships/font" Target="fonts/JetBrainsMono-regular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15" Type="http://schemas.openxmlformats.org/officeDocument/2006/relationships/font" Target="fonts/JetBrainsMono-italic.fntdata"/><Relationship Id="rId14" Type="http://schemas.openxmlformats.org/officeDocument/2006/relationships/font" Target="fonts/JetBrainsMono-bold.fntdata"/><Relationship Id="rId16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d95bfd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d95bfd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8d95bfd8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8d95bfd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0.png"/><Relationship Id="rId13" Type="http://schemas.openxmlformats.org/officeDocument/2006/relationships/image" Target="../media/image4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5" Type="http://schemas.openxmlformats.org/officeDocument/2006/relationships/image" Target="../media/image7.png"/><Relationship Id="rId14" Type="http://schemas.openxmlformats.org/officeDocument/2006/relationships/image" Target="../media/image14.png"/><Relationship Id="rId17" Type="http://schemas.openxmlformats.org/officeDocument/2006/relationships/image" Target="../media/image6.png"/><Relationship Id="rId16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18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100" y="968850"/>
            <a:ext cx="5867400" cy="5386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625" y="602674"/>
            <a:ext cx="5848350" cy="36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968857"/>
            <a:ext cx="5372100" cy="5471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54310"/>
            <a:ext cx="3333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944885"/>
            <a:ext cx="3333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25910"/>
            <a:ext cx="333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116460"/>
            <a:ext cx="3333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697485"/>
            <a:ext cx="333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478535"/>
            <a:ext cx="333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2625" y="1459110"/>
            <a:ext cx="47625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000125" y="1116210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The File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00125" y="1354335"/>
            <a:ext cx="43719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Defined in a single file named .gitlab-ci.yml at the repository root.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00125" y="1906785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00125" y="2144910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top-level component. A collection of stages and jobs.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00125" y="2487810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Image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00125" y="2725935"/>
            <a:ext cx="43719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Docker container environment (e.g., alpine, node).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00125" y="3078360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Stages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00125" y="3316485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Defines the execution </a:t>
            </a: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sequence</a:t>
            </a: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(Build → Test).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000125" y="3659385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Jobs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000125" y="3897510"/>
            <a:ext cx="4371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unit of work. Jobs define </a:t>
            </a: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scripts</a:t>
            </a: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and run in </a:t>
            </a: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parallel</a:t>
            </a: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within a stage.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000125" y="4440435"/>
            <a:ext cx="45905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Tags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00125" y="4678560"/>
            <a:ext cx="43719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Keywords to select a specific Runner (e.g., docker-runner).</a:t>
            </a:r>
            <a:endParaRPr/>
          </a:p>
        </p:txBody>
      </p:sp>
      <p:pic>
        <p:nvPicPr>
          <p:cNvPr descr="image.png" id="106" name="Google Shape;10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15025" y="69623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72150" y="1601985"/>
            <a:ext cx="3143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05500" y="176477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915025" y="214577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05500" y="252677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6772275" y="1649610"/>
            <a:ext cx="9525" cy="46005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6781875" y="1116205"/>
            <a:ext cx="44481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The Environment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</a:t>
            </a: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alpine:latest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The Sequence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The Jobs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compile_code: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"Compiling code..."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mkdir build_artifact/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run_unit_tests: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tags: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docker-runner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"Running unit tests..."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"Tests Passed!"</a:t>
            </a:r>
            <a:endParaRPr/>
          </a:p>
        </p:txBody>
      </p:sp>
      <p:pic>
        <p:nvPicPr>
          <p:cNvPr descr="image.png" id="113" name="Google Shape;113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04364" y="734778"/>
            <a:ext cx="762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11561" y="1139579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81875" y="1116205"/>
            <a:ext cx="44481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The Environment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alpine:latest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The Sequence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The Jobs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compile_code: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"Compiling code..."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mkdir build_artifact/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run_unit_tests: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tags: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docker-runner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"Running unit tests..."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"Tests Passed!"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100" y="968850"/>
            <a:ext cx="5867400" cy="5386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625" y="602674"/>
            <a:ext cx="5848350" cy="36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968857"/>
            <a:ext cx="5372100" cy="5471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2625" y="1459110"/>
            <a:ext cx="47625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5025" y="119968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72150" y="1601985"/>
            <a:ext cx="3143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0" y="176477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15025" y="214577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500" y="252677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6772275" y="1649610"/>
            <a:ext cx="9600" cy="4600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781875" y="1116205"/>
            <a:ext cx="44481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The Environment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alpine:latest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The Sequence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The Jobs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compile_code: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"Compiling code..."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mkdir build_artifact/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run_unit_tests: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tags: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docker-runner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"Running unit tests..."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050" u="none" cap="none" strike="noStrike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A70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b="0" i="0" lang="en-US" sz="1050" u="none" cap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echo "Tests Passed!"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71500" y="3810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Anatomy of .gitlab-ci.yml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